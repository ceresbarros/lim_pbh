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57" r:id="rId4"/>
    <p:sldId id="258" r:id="rId5"/>
    <p:sldId id="260" r:id="rId6"/>
    <p:sldId id="261" r:id="rId7"/>
    <p:sldId id="270" r:id="rId8"/>
    <p:sldId id="263" r:id="rId9"/>
    <p:sldId id="266" r:id="rId10"/>
    <p:sldId id="269" r:id="rId11"/>
    <p:sldId id="268" r:id="rId12"/>
    <p:sldId id="271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0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56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08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74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96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83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93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00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2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10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02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96991-75E5-4FE4-97F1-545DF4662967}" type="datetimeFigureOut">
              <a:rPr lang="en-GB" smtClean="0"/>
              <a:t>13/07/2022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891AA-C280-4AFC-8CEF-B91753A8F0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89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The following figures show how the simulated fire size distributions change depending on the values used to rescale spread values into probabilities (in </a:t>
            </a:r>
            <a:r>
              <a:rPr lang="en-GB" dirty="0" err="1" smtClean="0"/>
              <a:t>FavierFireSense</a:t>
            </a:r>
            <a:r>
              <a:rPr lang="en-GB" dirty="0" smtClean="0"/>
              <a:t>) – note that initial 0 values are kept at 0 (not the minimum value of the rescaling vector)</a:t>
            </a:r>
          </a:p>
          <a:p>
            <a:r>
              <a:rPr lang="en-GB" dirty="0" smtClean="0"/>
              <a:t>The observed distribution comes from the full data set of </a:t>
            </a:r>
            <a:r>
              <a:rPr lang="en-GB" u="sng" dirty="0" smtClean="0"/>
              <a:t>currently available </a:t>
            </a:r>
            <a:r>
              <a:rPr lang="en-GB" dirty="0" smtClean="0"/>
              <a:t>fire polygons from the NFDB</a:t>
            </a:r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Date: June 21-22, 2022</a:t>
            </a:r>
            <a:br>
              <a:rPr lang="en-GB" dirty="0" smtClean="0"/>
            </a:br>
            <a:r>
              <a:rPr lang="en-GB" dirty="0" smtClean="0"/>
              <a:t>Project commit </a:t>
            </a:r>
            <a:r>
              <a:rPr lang="en-GB" dirty="0" err="1" smtClean="0"/>
              <a:t>sha</a:t>
            </a:r>
            <a:r>
              <a:rPr lang="en-GB" dirty="0" smtClean="0"/>
              <a:t>: d810fc892d99ac547be929a93655d377f459cd29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Fire size distributions and spread probability scaling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266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 partial mortality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482"/>
          </a:xfrm>
        </p:spPr>
        <p:txBody>
          <a:bodyPr>
            <a:normAutofit fontScale="90000"/>
          </a:bodyPr>
          <a:lstStyle/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 – 0.25</a:t>
            </a:r>
            <a:endParaRPr lang="en-GB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75607"/>
            <a:ext cx="9660147" cy="527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3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6817"/>
            <a:ext cx="9662290" cy="5274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71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 – 0.26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2754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4" y="1424894"/>
            <a:ext cx="8938983" cy="5274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0.22 – 0.25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16071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0.25</a:t>
            </a:r>
            <a:endParaRPr lang="en-GB" sz="3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1363644"/>
            <a:ext cx="8735246" cy="5274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722" y="-1816633"/>
            <a:ext cx="7383600" cy="5274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722" y="3481097"/>
            <a:ext cx="5274000" cy="52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9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0.25</a:t>
            </a:r>
          </a:p>
          <a:p>
            <a:r>
              <a:rPr lang="en-GB" sz="3600" dirty="0" smtClean="0"/>
              <a:t>2000yrs of sim</a:t>
            </a:r>
            <a:endParaRPr lang="en-GB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7" y="1290008"/>
            <a:ext cx="9112341" cy="527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148" y="0"/>
            <a:ext cx="5362950" cy="383067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518" y="3830679"/>
            <a:ext cx="5156210" cy="368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26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0.26</a:t>
            </a:r>
            <a:endParaRPr lang="en-GB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9" y="1275608"/>
            <a:ext cx="8938983" cy="527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183" y="1189193"/>
            <a:ext cx="7504580" cy="536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4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with partial mortality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834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0.25</a:t>
            </a:r>
          </a:p>
          <a:p>
            <a:r>
              <a:rPr lang="en-GB" sz="3600" dirty="0" smtClean="0"/>
              <a:t>600yrs of sim</a:t>
            </a:r>
            <a:endParaRPr lang="en-GB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" y="1275608"/>
            <a:ext cx="9286826" cy="527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436" y="-1443892"/>
            <a:ext cx="7403760" cy="528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511" y="3811609"/>
            <a:ext cx="7403760" cy="5288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5397" y="27379"/>
            <a:ext cx="3613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This drop comes from </a:t>
            </a:r>
            <a:r>
              <a:rPr lang="en-GB" dirty="0" err="1" smtClean="0"/>
              <a:t>fireSense_Ignition</a:t>
            </a:r>
            <a:r>
              <a:rPr lang="en-GB" dirty="0" smtClean="0"/>
              <a:t> fit not fitting the same model with `experiment2`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109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0.25</a:t>
            </a:r>
            <a:endParaRPr lang="en-GB" sz="36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23" y="1275608"/>
            <a:ext cx="8735246" cy="52740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969" y="3558269"/>
            <a:ext cx="5274000" cy="5274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969" y="-1816633"/>
            <a:ext cx="7383600" cy="527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8200" y="-74221"/>
            <a:ext cx="677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After passing .seed to </a:t>
            </a:r>
            <a:r>
              <a:rPr lang="en-GB" dirty="0" err="1" smtClean="0"/>
              <a:t>FSIgnitionFit</a:t>
            </a:r>
            <a:r>
              <a:rPr lang="en-GB" dirty="0" smtClean="0"/>
              <a:t> and ensuring the same fitted 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30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0.25</a:t>
            </a:r>
          </a:p>
          <a:p>
            <a:r>
              <a:rPr lang="en-GB" sz="3600" dirty="0"/>
              <a:t>2000yrs of </a:t>
            </a:r>
            <a:r>
              <a:rPr lang="en-GB" sz="3600" dirty="0" smtClean="0"/>
              <a:t>sim</a:t>
            </a:r>
            <a:endParaRPr lang="en-GB" sz="3600" dirty="0"/>
          </a:p>
        </p:txBody>
      </p:sp>
      <p:sp>
        <p:nvSpPr>
          <p:cNvPr id="28" name="TextBox 27"/>
          <p:cNvSpPr txBox="1"/>
          <p:nvPr/>
        </p:nvSpPr>
        <p:spPr>
          <a:xfrm>
            <a:off x="838200" y="-74221"/>
            <a:ext cx="677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After passing .seed to </a:t>
            </a:r>
            <a:r>
              <a:rPr lang="en-GB" dirty="0" err="1" smtClean="0"/>
              <a:t>FSIgnitionFit</a:t>
            </a:r>
            <a:r>
              <a:rPr lang="en-GB" dirty="0" smtClean="0"/>
              <a:t> and ensuring the same fitted model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969" y="-575610"/>
            <a:ext cx="5787431" cy="41338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74" y="1658983"/>
            <a:ext cx="9029576" cy="47361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150" y="3558269"/>
            <a:ext cx="5360250" cy="3828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245" y="1658983"/>
            <a:ext cx="3183573" cy="31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02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6"/>
            <a:ext cx="10515600" cy="910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smtClean="0"/>
              <a:t>Spread probabilities rescaled to </a:t>
            </a:r>
            <a:br>
              <a:rPr lang="en-GB" sz="3600" dirty="0" smtClean="0"/>
            </a:br>
            <a:r>
              <a:rPr lang="en-GB" sz="3600" dirty="0" smtClean="0"/>
              <a:t>0.23 – 0.26</a:t>
            </a:r>
            <a:endParaRPr lang="en-GB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533" y="1189201"/>
            <a:ext cx="7504560" cy="53604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07" y="1275601"/>
            <a:ext cx="8567499" cy="52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23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17231</TotalTime>
  <Words>216</Words>
  <Application>Microsoft Office PowerPoint</Application>
  <PresentationFormat>Widescreen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Fire size distributions and spread probability scaling</vt:lpstr>
      <vt:lpstr>No partial mortality</vt:lpstr>
      <vt:lpstr>Spread probabilities rescaled to  0.2 – 0.25</vt:lpstr>
      <vt:lpstr>Spread probabilities rescaled to  0.2 – 0.26</vt:lpstr>
      <vt:lpstr>PowerPoint Presentation</vt:lpstr>
      <vt:lpstr>PowerPoint Presentation</vt:lpstr>
      <vt:lpstr>PowerPoint Presentation</vt:lpstr>
      <vt:lpstr>PowerPoint Presentation</vt:lpstr>
      <vt:lpstr>with partial mortality</vt:lpstr>
      <vt:lpstr>PowerPoint Presentation</vt:lpstr>
      <vt:lpstr>PowerPoint Presentation</vt:lpstr>
      <vt:lpstr>PowerPoint Presentation</vt:lpstr>
      <vt:lpstr>PowerPoint Presentation</vt:lpstr>
    </vt:vector>
  </TitlesOfParts>
  <Company>NRCan  /  RNCan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cbarros</dc:creator>
  <cp:lastModifiedBy>cbarros</cp:lastModifiedBy>
  <cp:revision>29</cp:revision>
  <dcterms:created xsi:type="dcterms:W3CDTF">2022-06-21T16:48:43Z</dcterms:created>
  <dcterms:modified xsi:type="dcterms:W3CDTF">2022-07-13T17:21:21Z</dcterms:modified>
</cp:coreProperties>
</file>