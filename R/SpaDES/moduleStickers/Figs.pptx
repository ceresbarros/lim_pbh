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64" r:id="rId7"/>
    <p:sldId id="265" r:id="rId8"/>
    <p:sldId id="261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5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7A55-3105-417A-AB2C-6ED57430B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ABC8F-536A-4333-B297-922707132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9D4FC-9764-4805-933B-F0F6C2FD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2E863-E0E8-4361-A986-88983B41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76C1F-4FDE-42B9-8B4A-DC270D96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83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5C75-B186-48D2-8DA0-E0DCD09E5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3A76-C239-4F43-B1AB-6E9CC6B0B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E95A2-A853-4DE1-8615-835C8902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EB5F5-D8B2-4FEE-9BA1-F4CB2BD8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CF205-5C06-4C81-AE51-98ED88B8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91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136E-DD73-4250-8A13-D548CEBD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2CBB2-4110-4D21-B849-6BF91B3C0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E576E-5095-45D8-8DE2-AF3D56F4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4CC4-6622-44A0-A6D6-EDA9A2E0B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1AEBE-6BB1-4DC3-A112-21EEA808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4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109A0-D064-4386-8012-33EE80BCA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0FB2-26FD-480B-95C0-6FC7854E0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2A6C5-3785-4EBE-87A0-24512A091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1C7C6-BB9E-48B3-8451-E013ED10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A1BC8-9459-40B8-9599-147CB91B4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C0DD4-B855-45FA-A093-9A9B7BFF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03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5EC1B-9D01-41C9-8B4D-131C580B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1EA36-1734-474E-BB86-CAB558618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CDFD2-6B45-4B79-93DA-43011FFE7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2F034-0731-4C75-9D86-61DC8292F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EE4225-AF53-4876-BBF4-07A5228DC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C18E0-9CE4-49E9-B12E-00623151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1E9F52-EDFE-4BD1-8EB3-13664EC3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0292A-7430-4CD9-89F4-8C5DE6A2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8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E335-1A38-45EB-B656-DF71336BC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CFB46B-0ACF-4424-9E5B-F303A29C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D7349-5BC6-409D-9877-5F1E771C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201A6-69E4-4F38-AA0A-7E0E3C2F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3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6E516-622E-45C7-9765-B7083E0B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200FE-F61E-430F-99AB-EA48FBB4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B8540-5455-4A0C-AF1A-B00BD14A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89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789A-2BF8-47A0-9E91-C71EC27D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1320-2A76-471C-875D-AA05C2123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C984A-BA2C-4563-A80E-8666C428C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03F0B-52E0-4459-8495-C9A63966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216ED-94D7-4729-A9DF-7D7841F8C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01565-CC3C-4B8F-B1D4-3CA37E5BF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2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78AD-4F20-422C-9B72-14A2BCFF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F5FA1-15CF-4093-ADA1-E0B66344A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A133F-3C72-41D3-97DF-0C317BDBB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1313A-F07D-46A9-8E04-F9B29C79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B1A10-01F1-435C-817B-FC22422F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5DCB4-469B-4ECB-8185-7DA917E3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37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06C-3C6B-496A-A529-E9ACFEB9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97CFA-8F92-45C7-9F6C-21B337338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DC854-409C-4863-9B69-95DF43D5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FC3F3-5F30-44D7-AA92-861F13D0E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B0DBC-47D3-4138-8D75-FE48CE40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77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D289F-3B40-4DD3-B65B-564702578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86D7E-793B-4E18-ADB5-7899DFE11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AA134-5264-46DF-A66D-CA53B607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05F98-62AE-4EC9-8357-06E180E9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52158-13DA-4182-B73D-5E1DD19A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02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D37C26-F309-48C0-8E4D-47A96307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33850-E2D0-4827-BCFC-B0FB5626E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AED4C-53B8-44DC-822B-943C94194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FE2A3-D48E-47E0-8BF8-DDEEE35F3274}" type="datetimeFigureOut">
              <a:rPr lang="en-GB" smtClean="0"/>
              <a:t>03/11/2019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8F31A-EE86-464E-902D-5CA1DD8A8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4885-D936-4E93-AF3D-73761F37A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72DDF-CC27-43CB-8070-B237D556C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4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27D669C-01E0-4685-8EC2-B43970947A6C}"/>
              </a:ext>
            </a:extLst>
          </p:cNvPr>
          <p:cNvGrpSpPr>
            <a:grpSpLocks noChangeAspect="1"/>
          </p:cNvGrpSpPr>
          <p:nvPr/>
        </p:nvGrpSpPr>
        <p:grpSpPr>
          <a:xfrm>
            <a:off x="3361567" y="-751857"/>
            <a:ext cx="4722890" cy="7609857"/>
            <a:chOff x="647396" y="863600"/>
            <a:chExt cx="3344772" cy="5389335"/>
          </a:xfrm>
        </p:grpSpPr>
        <p:pic>
          <p:nvPicPr>
            <p:cNvPr id="9" name="Picture 8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01E850BE-0684-4DEF-91F2-5FBB5658E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6387" y="863600"/>
              <a:ext cx="2677636" cy="5130800"/>
            </a:xfrm>
            <a:prstGeom prst="rect">
              <a:avLst/>
            </a:prstGeom>
          </p:spPr>
        </p:pic>
        <p:pic>
          <p:nvPicPr>
            <p:cNvPr id="15" name="Picture 14" descr="A close up of a logo&#10;&#10;Description automatically generated">
              <a:extLst>
                <a:ext uri="{FF2B5EF4-FFF2-40B4-BE49-F238E27FC236}">
                  <a16:creationId xmlns:a16="http://schemas.microsoft.com/office/drawing/2014/main" id="{C4E68D5C-5DCC-4276-A879-56F897536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396" y="3137354"/>
              <a:ext cx="2698173" cy="2962921"/>
            </a:xfrm>
            <a:prstGeom prst="rect">
              <a:avLst/>
            </a:prstGeom>
          </p:spPr>
        </p:pic>
        <p:pic>
          <p:nvPicPr>
            <p:cNvPr id="11" name="Picture 10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551B9697-EC8C-479E-AA0C-354E3BA3D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243" y="4401457"/>
              <a:ext cx="966240" cy="1851478"/>
            </a:xfrm>
            <a:prstGeom prst="rect">
              <a:avLst/>
            </a:prstGeom>
          </p:spPr>
        </p:pic>
        <p:pic>
          <p:nvPicPr>
            <p:cNvPr id="12" name="Picture 11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2FFB642A-11A9-46AF-9907-7F0EDED6A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928" y="4401457"/>
              <a:ext cx="966240" cy="1851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849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011F88-15C5-4812-A71B-FEC2774A8053}"/>
              </a:ext>
            </a:extLst>
          </p:cNvPr>
          <p:cNvGrpSpPr>
            <a:grpSpLocks noChangeAspect="1"/>
          </p:cNvGrpSpPr>
          <p:nvPr/>
        </p:nvGrpSpPr>
        <p:grpSpPr>
          <a:xfrm>
            <a:off x="2940883" y="-665741"/>
            <a:ext cx="5172603" cy="7257903"/>
            <a:chOff x="3623054" y="364774"/>
            <a:chExt cx="3340893" cy="4687751"/>
          </a:xfrm>
        </p:grpSpPr>
        <p:pic>
          <p:nvPicPr>
            <p:cNvPr id="7" name="Picture 6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56696EAE-56ED-4CE1-8995-B04C4DF0D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031" y="364774"/>
              <a:ext cx="2386939" cy="4573774"/>
            </a:xfrm>
            <a:prstGeom prst="rect">
              <a:avLst/>
            </a:prstGeom>
          </p:spPr>
        </p:pic>
        <p:pic>
          <p:nvPicPr>
            <p:cNvPr id="8" name="Picture 7" descr="A close up of a logo&#10;&#10;Description automatically generated">
              <a:extLst>
                <a:ext uri="{FF2B5EF4-FFF2-40B4-BE49-F238E27FC236}">
                  <a16:creationId xmlns:a16="http://schemas.microsoft.com/office/drawing/2014/main" id="{5D62969C-C80F-496F-8D98-E85D137185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68" r="26542" b="7031"/>
            <a:stretch/>
          </p:blipFill>
          <p:spPr>
            <a:xfrm>
              <a:off x="4978728" y="1614931"/>
              <a:ext cx="1985219" cy="3437594"/>
            </a:xfrm>
            <a:prstGeom prst="rect">
              <a:avLst/>
            </a:prstGeom>
          </p:spPr>
        </p:pic>
        <p:pic>
          <p:nvPicPr>
            <p:cNvPr id="10" name="Picture 9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53AAEDD3-AE3E-4B5D-B946-176C38ACE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3054" y="2792133"/>
              <a:ext cx="1355674" cy="21464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621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68A278-85A6-4ADB-85C2-A0DFB96AC559}"/>
              </a:ext>
            </a:extLst>
          </p:cNvPr>
          <p:cNvGrpSpPr>
            <a:grpSpLocks noChangeAspect="1"/>
          </p:cNvGrpSpPr>
          <p:nvPr/>
        </p:nvGrpSpPr>
        <p:grpSpPr>
          <a:xfrm>
            <a:off x="3023383" y="-394940"/>
            <a:ext cx="6193187" cy="7134322"/>
            <a:chOff x="3662013" y="780717"/>
            <a:chExt cx="4233758" cy="4877132"/>
          </a:xfrm>
        </p:grpSpPr>
        <p:pic>
          <p:nvPicPr>
            <p:cNvPr id="6" name="Picture 5" descr="A close up of a logo&#10;&#10;Description automatically generated">
              <a:extLst>
                <a:ext uri="{FF2B5EF4-FFF2-40B4-BE49-F238E27FC236}">
                  <a16:creationId xmlns:a16="http://schemas.microsoft.com/office/drawing/2014/main" id="{9582639F-EEEB-444A-B0F1-D55F9BFB5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2013" y="780717"/>
              <a:ext cx="4233758" cy="4649179"/>
            </a:xfrm>
            <a:prstGeom prst="rect">
              <a:avLst/>
            </a:prstGeom>
          </p:spPr>
        </p:pic>
        <p:pic>
          <p:nvPicPr>
            <p:cNvPr id="7" name="Picture 6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97862CDB-F55D-432B-9E0E-7C60D1D3E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1637" y="3709851"/>
              <a:ext cx="1016611" cy="1947998"/>
            </a:xfrm>
            <a:prstGeom prst="rect">
              <a:avLst/>
            </a:prstGeom>
          </p:spPr>
        </p:pic>
        <p:pic>
          <p:nvPicPr>
            <p:cNvPr id="8" name="Picture 7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20BEB586-9F99-4629-AA00-16DC93ED1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362" y="3595874"/>
              <a:ext cx="1016611" cy="19479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790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FA73D1-4B74-47DB-8323-35B0B86E97CA}"/>
              </a:ext>
            </a:extLst>
          </p:cNvPr>
          <p:cNvGrpSpPr/>
          <p:nvPr/>
        </p:nvGrpSpPr>
        <p:grpSpPr>
          <a:xfrm>
            <a:off x="2073375" y="364774"/>
            <a:ext cx="6490054" cy="6311797"/>
            <a:chOff x="2073375" y="364774"/>
            <a:chExt cx="4890572" cy="4687751"/>
          </a:xfrm>
        </p:grpSpPr>
        <p:pic>
          <p:nvPicPr>
            <p:cNvPr id="20" name="Picture 19" descr="A close up of a logo&#10;&#10;Description automatically generated">
              <a:extLst>
                <a:ext uri="{FF2B5EF4-FFF2-40B4-BE49-F238E27FC236}">
                  <a16:creationId xmlns:a16="http://schemas.microsoft.com/office/drawing/2014/main" id="{F879CCA4-CAD3-43AC-AE06-E82FCA1D2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3375" y="639573"/>
              <a:ext cx="1988257" cy="1988257"/>
            </a:xfrm>
            <a:prstGeom prst="rect">
              <a:avLst/>
            </a:prstGeom>
          </p:spPr>
        </p:pic>
        <p:pic>
          <p:nvPicPr>
            <p:cNvPr id="21" name="Picture 20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7CC0D6DB-7D9B-4748-AC11-75702BA60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0031" y="364774"/>
              <a:ext cx="2386939" cy="4573774"/>
            </a:xfrm>
            <a:prstGeom prst="rect">
              <a:avLst/>
            </a:prstGeom>
          </p:spPr>
        </p:pic>
        <p:pic>
          <p:nvPicPr>
            <p:cNvPr id="22" name="Picture 21" descr="A close up of a logo&#10;&#10;Description automatically generated">
              <a:extLst>
                <a:ext uri="{FF2B5EF4-FFF2-40B4-BE49-F238E27FC236}">
                  <a16:creationId xmlns:a16="http://schemas.microsoft.com/office/drawing/2014/main" id="{DE6DCB65-0205-4C82-944F-23947F9D52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6" r="26542" b="7031"/>
            <a:stretch/>
          </p:blipFill>
          <p:spPr>
            <a:xfrm>
              <a:off x="5017127" y="1614931"/>
              <a:ext cx="1946820" cy="3437594"/>
            </a:xfrm>
            <a:prstGeom prst="rect">
              <a:avLst/>
            </a:prstGeom>
          </p:spPr>
        </p:pic>
        <p:pic>
          <p:nvPicPr>
            <p:cNvPr id="23" name="Picture 22" descr="A picture containing outdoor, leaf, plant, fern&#10;&#10;Description automatically generated">
              <a:extLst>
                <a:ext uri="{FF2B5EF4-FFF2-40B4-BE49-F238E27FC236}">
                  <a16:creationId xmlns:a16="http://schemas.microsoft.com/office/drawing/2014/main" id="{8E1A3F74-8672-4ED8-B147-CFA0D5ACA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3054" y="2792133"/>
              <a:ext cx="1355674" cy="2146415"/>
            </a:xfrm>
            <a:prstGeom prst="rect">
              <a:avLst/>
            </a:prstGeom>
          </p:spPr>
        </p:pic>
        <p:sp>
          <p:nvSpPr>
            <p:cNvPr id="24" name="Arrow: Striped Right 23">
              <a:extLst>
                <a:ext uri="{FF2B5EF4-FFF2-40B4-BE49-F238E27FC236}">
                  <a16:creationId xmlns:a16="http://schemas.microsoft.com/office/drawing/2014/main" id="{67E5B0D0-7D16-4E00-9B8A-668C5E0BCC78}"/>
                </a:ext>
              </a:extLst>
            </p:cNvPr>
            <p:cNvSpPr/>
            <p:nvPr/>
          </p:nvSpPr>
          <p:spPr>
            <a:xfrm rot="1717744">
              <a:off x="3993727" y="1989195"/>
              <a:ext cx="419820" cy="835229"/>
            </a:xfrm>
            <a:prstGeom prst="stripedRightArrow">
              <a:avLst>
                <a:gd name="adj1" fmla="val 64777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0709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Fire">
            <a:extLst>
              <a:ext uri="{FF2B5EF4-FFF2-40B4-BE49-F238E27FC236}">
                <a16:creationId xmlns:a16="http://schemas.microsoft.com/office/drawing/2014/main" id="{6257E768-321C-42B5-9A32-1DEB085FE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95" y="2000423"/>
            <a:ext cx="3147440" cy="314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39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Fire">
            <a:extLst>
              <a:ext uri="{FF2B5EF4-FFF2-40B4-BE49-F238E27FC236}">
                <a16:creationId xmlns:a16="http://schemas.microsoft.com/office/drawing/2014/main" id="{6257E768-321C-42B5-9A32-1DEB085FE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95" y="2000423"/>
            <a:ext cx="3147440" cy="3147440"/>
          </a:xfrm>
          <a:prstGeom prst="rect">
            <a:avLst/>
          </a:prstGeom>
        </p:spPr>
      </p:pic>
      <p:pic>
        <p:nvPicPr>
          <p:cNvPr id="3" name="Graphic 2" descr="Plant">
            <a:extLst>
              <a:ext uri="{FF2B5EF4-FFF2-40B4-BE49-F238E27FC236}">
                <a16:creationId xmlns:a16="http://schemas.microsoft.com/office/drawing/2014/main" id="{FE5DA5A6-71EB-407F-AFAC-27BA0B1E8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229" y="3283857"/>
            <a:ext cx="1864006" cy="186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24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Fire">
            <a:extLst>
              <a:ext uri="{FF2B5EF4-FFF2-40B4-BE49-F238E27FC236}">
                <a16:creationId xmlns:a16="http://schemas.microsoft.com/office/drawing/2014/main" id="{6257E768-321C-42B5-9A32-1DEB085FE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4795" y="2000423"/>
            <a:ext cx="3147440" cy="314744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05B2F19F-4488-4B71-B336-84D918E9A4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122" y="3429001"/>
            <a:ext cx="1567540" cy="156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5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Fire">
            <a:extLst>
              <a:ext uri="{FF2B5EF4-FFF2-40B4-BE49-F238E27FC236}">
                <a16:creationId xmlns:a16="http://schemas.microsoft.com/office/drawing/2014/main" id="{75195B10-DB99-4A0F-BD5C-8282E6022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497" y="786056"/>
            <a:ext cx="3147440" cy="3147440"/>
          </a:xfrm>
          <a:prstGeom prst="rect">
            <a:avLst/>
          </a:prstGeom>
        </p:spPr>
      </p:pic>
      <p:pic>
        <p:nvPicPr>
          <p:cNvPr id="3" name="Graphic 2" descr="Fire">
            <a:extLst>
              <a:ext uri="{FF2B5EF4-FFF2-40B4-BE49-F238E27FC236}">
                <a16:creationId xmlns:a16="http://schemas.microsoft.com/office/drawing/2014/main" id="{E637A00B-09EB-42E7-8B23-6B42D6C40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156" y="1306286"/>
            <a:ext cx="2699631" cy="2699631"/>
          </a:xfrm>
          <a:prstGeom prst="rect">
            <a:avLst/>
          </a:prstGeom>
        </p:spPr>
      </p:pic>
      <p:pic>
        <p:nvPicPr>
          <p:cNvPr id="6" name="Graphic 5" descr="Fire">
            <a:extLst>
              <a:ext uri="{FF2B5EF4-FFF2-40B4-BE49-F238E27FC236}">
                <a16:creationId xmlns:a16="http://schemas.microsoft.com/office/drawing/2014/main" id="{6257E768-321C-42B5-9A32-1DEB085FED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0443" y="1955665"/>
            <a:ext cx="1968414" cy="205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08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Fire">
            <a:extLst>
              <a:ext uri="{FF2B5EF4-FFF2-40B4-BE49-F238E27FC236}">
                <a16:creationId xmlns:a16="http://schemas.microsoft.com/office/drawing/2014/main" id="{75195B10-DB99-4A0F-BD5C-8282E6022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497" y="786056"/>
            <a:ext cx="3147440" cy="3147440"/>
          </a:xfrm>
          <a:prstGeom prst="rect">
            <a:avLst/>
          </a:prstGeom>
        </p:spPr>
      </p:pic>
      <p:pic>
        <p:nvPicPr>
          <p:cNvPr id="5" name="Graphic 4" descr="Fire">
            <a:extLst>
              <a:ext uri="{FF2B5EF4-FFF2-40B4-BE49-F238E27FC236}">
                <a16:creationId xmlns:a16="http://schemas.microsoft.com/office/drawing/2014/main" id="{278E962E-EED9-4F13-AC22-2E0706A19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417" y="1444102"/>
            <a:ext cx="3147440" cy="3147440"/>
          </a:xfrm>
          <a:prstGeom prst="rect">
            <a:avLst/>
          </a:prstGeom>
        </p:spPr>
      </p:pic>
      <p:pic>
        <p:nvPicPr>
          <p:cNvPr id="7" name="Graphic 6" descr="Fire">
            <a:extLst>
              <a:ext uri="{FF2B5EF4-FFF2-40B4-BE49-F238E27FC236}">
                <a16:creationId xmlns:a16="http://schemas.microsoft.com/office/drawing/2014/main" id="{37727B15-AEF4-46E9-AD90-4446E11264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6955" y="1637566"/>
            <a:ext cx="3147440" cy="314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5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Ceres Barros</dc:creator>
  <cp:lastModifiedBy>Ceres Barros</cp:lastModifiedBy>
  <cp:revision>8</cp:revision>
  <dcterms:created xsi:type="dcterms:W3CDTF">2019-11-03T00:18:31Z</dcterms:created>
  <dcterms:modified xsi:type="dcterms:W3CDTF">2019-11-03T22:22:44Z</dcterms:modified>
</cp:coreProperties>
</file>